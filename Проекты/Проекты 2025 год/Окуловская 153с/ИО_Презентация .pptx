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78" y="3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499BA-AABF-6E0C-420E-672594FF8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800" y="428625"/>
            <a:ext cx="8825658" cy="2205631"/>
          </a:xfrm>
        </p:spPr>
        <p:txBody>
          <a:bodyPr/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упражнения как средство профилактики болезней спины у офисных работников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5220F8-BDC2-9C32-051F-470D61330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7915" y="3044377"/>
            <a:ext cx="4888285" cy="3587264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Окуловская Ирина Сергеевна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153-с группы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очная форма обучения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проекта:</a:t>
            </a:r>
          </a:p>
          <a:p>
            <a:pPr algn="r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канд.пед.наук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доцент 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Постникова Наталья Ивановна</a:t>
            </a:r>
          </a:p>
          <a:p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9D7D395C-451C-DFE3-650C-69377AE9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ED8879-E5C5-D8CE-B798-9C784CC25900}"/>
              </a:ext>
            </a:extLst>
          </p:cNvPr>
          <p:cNvSpPr txBox="1"/>
          <p:nvPr/>
        </p:nvSpPr>
        <p:spPr>
          <a:xfrm>
            <a:off x="5115817" y="6231531"/>
            <a:ext cx="1960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</p:spTree>
    <p:extLst>
      <p:ext uri="{BB962C8B-B14F-4D97-AF65-F5344CB8AC3E}">
        <p14:creationId xmlns:p14="http://schemas.microsoft.com/office/powerpoint/2010/main" val="358405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289FF-2989-56D9-C495-280996C3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E9E6A0FC-01FF-55BB-2D01-4DDB32C96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00" y="409856"/>
            <a:ext cx="8946541" cy="209045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разработка и описание упражнений для профилактики болезней спины офисных работников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42C310D3-C4B2-BB96-D6CF-F7653A759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6C1E6E-3507-466A-00AA-3A3566555B59}"/>
              </a:ext>
            </a:extLst>
          </p:cNvPr>
          <p:cNvSpPr txBox="1"/>
          <p:nvPr/>
        </p:nvSpPr>
        <p:spPr>
          <a:xfrm>
            <a:off x="585800" y="2500314"/>
            <a:ext cx="11020400" cy="384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собой мы ставили следующие 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1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Изучить научно-методическую литературу по исследуемой теме проекта</a:t>
            </a:r>
          </a:p>
          <a:p>
            <a:pPr algn="just">
              <a:lnSpc>
                <a:spcPct val="11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Проанализировать особенности профилактики болезней спины связанных с сидячей работой офисных работников</a:t>
            </a:r>
          </a:p>
          <a:p>
            <a:pPr algn="just">
              <a:lnSpc>
                <a:spcPct val="11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Разработать комплекс упражнений для профилактики болезней спины у офисных работников</a:t>
            </a:r>
          </a:p>
        </p:txBody>
      </p:sp>
    </p:spTree>
    <p:extLst>
      <p:ext uri="{BB962C8B-B14F-4D97-AF65-F5344CB8AC3E}">
        <p14:creationId xmlns:p14="http://schemas.microsoft.com/office/powerpoint/2010/main" val="187160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07FDD-BFA4-4AEC-0977-689ADA16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279" y="494553"/>
            <a:ext cx="7183439" cy="1400530"/>
          </a:xfrm>
        </p:spPr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Проблемы, вызванные сидячей работой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F3F12B2-73D4-E2E4-6734-762B754B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618" y="2163277"/>
            <a:ext cx="4068763" cy="26190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 в пояснице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Искажение осанки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гибкости 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Мышечная усталость 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914055B4-9C3F-204A-B4C6-6407B94D2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B990813-E4CA-C8BB-5EB7-9F1AAC135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4736" y="594743"/>
            <a:ext cx="2925315" cy="292531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D70EAA2-6957-B254-82BB-446D276D8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0207" y="2520309"/>
            <a:ext cx="2855993" cy="2855993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A8E20344-0811-0FA4-B6E1-75B443F69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082" y="3429000"/>
            <a:ext cx="3200821" cy="32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3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DB93-73C6-9C0A-4D4D-B1950D5C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A5AD96FD-7BF9-7D78-EBFF-8A4A4497D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4" y="509869"/>
            <a:ext cx="8626476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Физкультминутка — это кратковременные физические упражнения, проводимые с целью предупреждения переутомления и восстановления умственной работоспособности</a:t>
            </a:r>
            <a:endParaRPr lang="ru-RU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7B23C494-9E58-1091-E40E-F057B0C39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E93EE0-4337-FCA2-E133-AF190237C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087" y="2990850"/>
            <a:ext cx="3429000" cy="3429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49446E0-1924-090D-BB33-3F8A444F5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974" y="2919131"/>
            <a:ext cx="3429000" cy="3429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3302CC-9E1C-ADE4-D34A-72A2009ED0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7200" y="2919131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3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BD4F9-372B-82FC-DCEA-E4D67158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DAD3E-F7D1-C4D5-E23B-34548319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705" y="452718"/>
            <a:ext cx="2668589" cy="690282"/>
          </a:xfrm>
        </p:spPr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7FEAAAA-98F3-7736-D2E6-8CC70E08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81" y="2052918"/>
            <a:ext cx="4211638" cy="32334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Растяжка шеи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Вращения плечами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Наклоны туловища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Приседания</a:t>
            </a:r>
          </a:p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Походка на месте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59B511CF-059E-4FB5-897D-7B5607B28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9E14A4-D327-6312-8611-071AEE2F4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840" y="372265"/>
            <a:ext cx="2757092" cy="27570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9842F6-FD6E-ACD1-6E3A-76E83BEC2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039" y="2978150"/>
            <a:ext cx="3433148" cy="34331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96C80D-C617-432D-E65F-8004B4B02C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40" y="3728643"/>
            <a:ext cx="2761997" cy="275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1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172F-7E5F-3D50-0927-CDCCCBFD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07537CFC-A9A7-9866-6DB4-6315AD1AE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1864659"/>
            <a:ext cx="8946541" cy="419548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Малоподвижный стиль жизни, свойственный многим офисным сотрудникам, может вызвать ряд медицинских проблем, таких как боли в спине, нарушения осанки и даже сердечно-сосудистые заболевания</a:t>
            </a:r>
            <a:endParaRPr lang="ru-RU" sz="3200" dirty="0"/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62F829C9-3877-F324-C749-3033F94F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5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6D468-5D19-8452-9898-6DF6F94F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AA515-809A-B61B-7A5E-A8713A63C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800" y="428625"/>
            <a:ext cx="8825658" cy="2205631"/>
          </a:xfrm>
        </p:spPr>
        <p:txBody>
          <a:bodyPr/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упражнения как средство профилактики болезней спины у офисных работников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F2DBAE-8C0E-EBE8-7C0D-AD7286F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7915" y="3044377"/>
            <a:ext cx="4888285" cy="3587264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Окуловская Ирина Сергеевна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153-с группы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очная форма обучения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проекта:</a:t>
            </a:r>
          </a:p>
          <a:p>
            <a:pPr algn="r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канд.пед.наук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доцент 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Постникова Наталья Ивановна</a:t>
            </a:r>
          </a:p>
          <a:p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83AA461A-46B2-5C83-9179-853FADC0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226359"/>
            <a:ext cx="1625587" cy="1936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59A018-08D6-CABF-DE8E-CFBFF3D7B22D}"/>
              </a:ext>
            </a:extLst>
          </p:cNvPr>
          <p:cNvSpPr txBox="1"/>
          <p:nvPr/>
        </p:nvSpPr>
        <p:spPr>
          <a:xfrm>
            <a:off x="5115817" y="6231531"/>
            <a:ext cx="1960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</p:spTree>
    <p:extLst>
      <p:ext uri="{BB962C8B-B14F-4D97-AF65-F5344CB8AC3E}">
        <p14:creationId xmlns:p14="http://schemas.microsoft.com/office/powerpoint/2010/main" val="3420336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196</Words>
  <Application>Microsoft Office PowerPoint</Application>
  <PresentationFormat>Широкоэкранный</PresentationFormat>
  <Paragraphs>36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Century Gothic</vt:lpstr>
      <vt:lpstr>Times New Roman</vt:lpstr>
      <vt:lpstr>Wingdings 3</vt:lpstr>
      <vt:lpstr>Ион</vt:lpstr>
      <vt:lpstr>Физические упражнения как средство профилактики болезней спины у офисных работников</vt:lpstr>
      <vt:lpstr>Презентация PowerPoint</vt:lpstr>
      <vt:lpstr>Проблемы, вызванные сидячей работой</vt:lpstr>
      <vt:lpstr>Презентация PowerPoint</vt:lpstr>
      <vt:lpstr>Упражнения</vt:lpstr>
      <vt:lpstr>Презентация PowerPoint</vt:lpstr>
      <vt:lpstr>Физические упражнения как средство профилактики болезней спины у офисных работников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1</cp:revision>
  <dcterms:created xsi:type="dcterms:W3CDTF">2025-06-12T21:55:22Z</dcterms:created>
  <dcterms:modified xsi:type="dcterms:W3CDTF">2025-06-12T22:38:52Z</dcterms:modified>
</cp:coreProperties>
</file>