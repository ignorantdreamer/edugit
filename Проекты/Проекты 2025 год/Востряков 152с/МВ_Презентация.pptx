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8" r:id="rId6"/>
    <p:sldId id="257" r:id="rId7"/>
    <p:sldId id="260" r:id="rId8"/>
    <p:sldId id="261" r:id="rId9"/>
    <p:sldId id="288" r:id="rId10"/>
    <p:sldId id="287" r:id="rId11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" y="45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2862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5C963BE-E818-41F7-9555-4F4B742E98AE}" type="datetime1">
              <a:rPr lang="ru-RU" smtClean="0"/>
              <a:t>12.06.2025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/>
          </a:p>
        </p:txBody>
      </p:sp>
      <p:sp>
        <p:nvSpPr>
          <p:cNvPr id="5" name="Номер слайда 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831430A-4AA4-45C8-AC23-CD6B61C41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735222-6EEA-46CD-B936-E9E9D4B85411}" type="datetime1">
              <a:rPr lang="ru-RU" noProof="0" smtClean="0"/>
              <a:t>12.06.2025</a:t>
            </a:fld>
            <a:endParaRPr lang="ru-RU" noProof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u-RU" noProof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1734D747-9380-41EE-9946-EC9EC0CA5D1E}" type="slidenum">
              <a:rPr lang="ru-RU" noProof="0" smtClean="0"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39355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3578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14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963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11213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52A9F-BB5C-6AC9-DBE1-ECBF79383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2E20840-6583-E0FB-61E8-BEE7003E08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3F4D758-8250-FB95-1FF7-365B345A7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A6AAAD-C9A1-76F0-1942-23CD146863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66580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C3AEF-BB9A-9B71-39C2-F7255856C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18B21DE-CCCC-6234-6FD7-56A658BB18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ED09DB0-EBB1-3F2E-225A-2E1512FFF7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50C5A1B-3820-AF0C-DB8C-4C14FC8612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1734D747-9380-41EE-9946-EC9EC0CA5D1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78845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Полилиния: фигура 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6" name="Полилиния: фигура 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7" name="Прямоугольный треугольник 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8" name="Прямоугольный треугольник 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9" name="Прямоугольный треугольник 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20" name="Полилиния: Фигура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</p:grpSp>
        <p:sp>
          <p:nvSpPr>
            <p:cNvPr id="9" name="Полилиния: Фигура 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0" name="Полилиния: Фигура 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11" name="Полилиния: Фигура 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grpSp>
          <p:nvGrpSpPr>
            <p:cNvPr id="12" name="Группа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Полилиния: Фигура 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  <p:sp>
            <p:nvSpPr>
              <p:cNvPr id="14" name="Полилиния: Фигура 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rtl="0"/>
                <a:endParaRPr lang="ru-RU" noProof="0"/>
              </a:p>
            </p:txBody>
          </p:sp>
        </p:grp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u-RU" noProof="0"/>
              <a:t>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ru-RU" noProof="0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9" name="Полилиния: Фигура 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рямоугольный треугольник 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3" name="Полилиния: Фигура 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4" name="Полилиния: Фигура 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8" name="Полилиния: Фигура 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19" name="Группа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1" name="Полилиния: Фигура 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" name="Текст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ru-RU" noProof="0"/>
              <a:t>Образец текста</a:t>
            </a:r>
          </a:p>
        </p:txBody>
      </p:sp>
      <p:sp>
        <p:nvSpPr>
          <p:cNvPr id="22" name="Номер слайда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Заголовок раздела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Дополнительный 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4" name="Полилиния: Фигура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5" name="Полилиния: Фигура 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26" name="Группа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Полилиния: Фигура 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noProof="0"/>
            </a:p>
          </p:txBody>
        </p:sp>
        <p:sp>
          <p:nvSpPr>
            <p:cNvPr id="28" name="Полилиния: Фигура 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 rtl="0"/>
              <a:endParaRPr lang="ru-RU" noProof="0"/>
            </a:p>
          </p:txBody>
        </p:sp>
      </p:grpSp>
      <p:sp>
        <p:nvSpPr>
          <p:cNvPr id="29" name="Полилиния: Фигура 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0" name="Полилиния: Фигура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grpSp>
        <p:nvGrpSpPr>
          <p:cNvPr id="31" name="Группа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Полилиния: Фигура 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3" name="Полилиния: Фигура 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Заголовок раздела 01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 rtl="0"/>
            <a:r>
              <a:rPr lang="ru-RU" noProof="0"/>
              <a:t>Образец текста</a:t>
            </a:r>
          </a:p>
        </p:txBody>
      </p:sp>
      <p:sp>
        <p:nvSpPr>
          <p:cNvPr id="35" name="Номер слайда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лайд с цитат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4" name="Полилиния: Фигура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5" name="Полилиния: Фигура 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 rtl="0"/>
            <a:r>
              <a:rPr lang="ru-RU" sz="18400" noProof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"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Цитата</a:t>
            </a:r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+ текс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3" name="Текст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 rtlCol="0"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 rtlCol="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5" name="Текст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6" name="Текст 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rtlCol="0"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7" name="Объект 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8" name="Объект 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 rtlCol="0"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типа содержимого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4" name="Полилиния: Фигура 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Объект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 rtlCol="0"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21" name="Объект 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атегория 5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0" name="Рисунок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1" name="Рисунок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2" name="Рисунок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3" name="Рисунок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4" name="Рисунок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 rtlCol="0"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6" name="Текст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7" name="Текст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8" name="Текст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9" name="Текст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0" name="Текст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 rtlCol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 и раздел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6" name="Текст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ru-RU" noProof="0"/>
              <a:t>Вставка изображения</a:t>
            </a:r>
          </a:p>
        </p:txBody>
      </p:sp>
      <p:sp>
        <p:nvSpPr>
          <p:cNvPr id="36" name="Текст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7" name="Текст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я и текст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6" name="Текст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 rtlCol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13" name="Рисунок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rtlCol="0"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r>
              <a:rPr lang="ru-RU" noProof="0"/>
              <a:t>Вставка изображения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0" name="Рисунок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 rtlCol="0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ru-RU" noProof="0"/>
              <a:t>Вставка рисунка</a:t>
            </a:r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12" name="Полилиния: фигура 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ru-RU" noProof="0"/>
              <a:t>Образец заголовка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Полилиния: Фигура 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7" name="Полилиния: Фигура 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Прямоугольник: Усеченный угол 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3" name="Прямоугольник: Усеченный угол 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  <p:sp>
        <p:nvSpPr>
          <p:cNvPr id="21" name="Текст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 rtlCol="0"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ru-RU" noProof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 rtlCol="0"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9" name="Полилиния: фигура 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0" name="Полилиния: Фигура 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21" name="Полилиния: фигура 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2" name="Полилиния: Фигура 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Полилиния: Фигура 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26" name="Полилиния: Фигура 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30" name="Полилиния: Фигура 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31" name="Номер слайда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 rtlCol="0"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Прямоугольный треугольник 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8" name="Прямоугольный треугольник 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9" name="Прямоугольный треугольник 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u-RU" noProof="0"/>
              <a:t>Спасибо!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пасибо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5" name="Полилиния: Фигура 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6" name="Полилиния: фигура 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 rtl="0"/>
            <a:r>
              <a:rPr lang="ru-RU" noProof="0"/>
              <a:t>Спасибо!</a:t>
            </a:r>
          </a:p>
        </p:txBody>
      </p:sp>
      <p:sp>
        <p:nvSpPr>
          <p:cNvPr id="35" name="Полилиния: Фигура 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2" name="Полилиния: Фигура 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30" name="Полилиния: Фигура 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ru-RU" noProof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u-RU" noProof="0"/>
              <a:t>Образец текста</a:t>
            </a:r>
          </a:p>
          <a:p>
            <a:pPr lvl="1" rtl="0"/>
            <a:r>
              <a:rPr lang="ru-RU" noProof="0"/>
              <a:t>Второй уровень</a:t>
            </a:r>
          </a:p>
          <a:p>
            <a:pPr lvl="2" rtl="0"/>
            <a:r>
              <a:rPr lang="ru-RU" noProof="0"/>
              <a:t>Третий уровень</a:t>
            </a:r>
          </a:p>
          <a:p>
            <a:pPr lvl="3" rtl="0"/>
            <a:r>
              <a:rPr lang="ru-RU" noProof="0"/>
              <a:t>Четвертый уровень</a:t>
            </a:r>
          </a:p>
          <a:p>
            <a:pPr lvl="4" rtl="0"/>
            <a:r>
              <a:rPr lang="ru-RU" noProof="0"/>
              <a:t>Пятый уровень</a:t>
            </a: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263D6C4-4840-40CC-AC84-17E24B3B7BDE}" type="slidenum">
              <a:rPr lang="ru-RU" noProof="0" smtClean="0"/>
              <a:t>‹#›</a:t>
            </a:fld>
            <a:endParaRPr lang="ru-RU" noProof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7" name="Полилиния: Фигура 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8" name="Полилиния: Фигура 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rtl="0"/>
            <a:endParaRPr lang="ru-RU" noProof="0"/>
          </a:p>
        </p:txBody>
      </p:sp>
      <p:sp>
        <p:nvSpPr>
          <p:cNvPr id="9" name="Полилиния: фигура 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0" name="Полилиния: Фигура 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rtl="0"/>
            <a:r>
              <a:rPr lang="ru-RU" noProof="0">
                <a:latin typeface="+mj-lt"/>
              </a:rPr>
              <a:t>Образец заголовка</a:t>
            </a:r>
          </a:p>
        </p:txBody>
      </p: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Полилиния: Фигура 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  <p:sp>
          <p:nvSpPr>
            <p:cNvPr id="14" name="Полилиния: Фигура 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Прямоугольник: Усеченный угол 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 rtl="0"/>
              <a:endParaRPr lang="ru-RU" noProof="0"/>
            </a:p>
          </p:txBody>
        </p:sp>
        <p:sp>
          <p:nvSpPr>
            <p:cNvPr id="17" name="Прямоугольник: Усеченный угол 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ru-RU" noProof="0"/>
            </a:p>
          </p:txBody>
        </p:sp>
      </p:grpSp>
      <p:sp>
        <p:nvSpPr>
          <p:cNvPr id="18" name="Полилиния: Фигура 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u-RU" noProof="0"/>
          </a:p>
        </p:txBody>
      </p:sp>
      <p:sp>
        <p:nvSpPr>
          <p:cNvPr id="19" name="Номер слайда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 rtlCol="0"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C263D6C4-4840-40CC-AC84-17E24B3B7BDE}" type="slidenum">
              <a:rPr lang="ru-RU" noProof="0" smtClean="0"/>
              <a:pPr/>
              <a:t>‹#›</a:t>
            </a:fld>
            <a:endParaRPr lang="ru-RU" noProof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4" r:id="rId7"/>
    <p:sldLayoutId id="2147483665" r:id="rId8"/>
    <p:sldLayoutId id="2147483673" r:id="rId9"/>
    <p:sldLayoutId id="2147483662" r:id="rId10"/>
    <p:sldLayoutId id="2147483663" r:id="rId11"/>
    <p:sldLayoutId id="2147483664" r:id="rId12"/>
    <p:sldLayoutId id="2147483675" r:id="rId13"/>
    <p:sldLayoutId id="2147483676" r:id="rId14"/>
    <p:sldLayoutId id="2147483672" r:id="rId15"/>
    <p:sldLayoutId id="2147483667" r:id="rId16"/>
    <p:sldLayoutId id="2147483668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8881" y="6113716"/>
            <a:ext cx="3031714" cy="421767"/>
          </a:xfrm>
        </p:spPr>
        <p:txBody>
          <a:bodyPr rtlCol="0">
            <a:noAutofit/>
          </a:bodyPr>
          <a:lstStyle/>
          <a:p>
            <a:pPr marL="0" indent="0" rtl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Шадринск, 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0D630-5743-7814-EB7C-2021F0D7537D}"/>
              </a:ext>
            </a:extLst>
          </p:cNvPr>
          <p:cNvSpPr txBox="1"/>
          <p:nvPr/>
        </p:nvSpPr>
        <p:spPr>
          <a:xfrm>
            <a:off x="3282554" y="779717"/>
            <a:ext cx="80760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силовых способностей у старшеклассников на уроках физической культуры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336E1A7-A0D7-E400-6790-29EAB24FC12F}"/>
              </a:ext>
            </a:extLst>
          </p:cNvPr>
          <p:cNvSpPr txBox="1"/>
          <p:nvPr/>
        </p:nvSpPr>
        <p:spPr>
          <a:xfrm>
            <a:off x="5768961" y="3429000"/>
            <a:ext cx="610790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Исполнитель:</a:t>
            </a:r>
          </a:p>
          <a:p>
            <a:pPr algn="r"/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152-с группы</a:t>
            </a:r>
          </a:p>
          <a:p>
            <a:pPr algn="r"/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Востряков Максим Николаевич</a:t>
            </a:r>
          </a:p>
          <a:p>
            <a:pPr algn="r"/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</a:t>
            </a:r>
          </a:p>
          <a:p>
            <a:pPr algn="r"/>
            <a:r>
              <a:rPr lang="ru-R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Жавкин</a:t>
            </a: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Эдуард </a:t>
            </a:r>
            <a:r>
              <a:rPr lang="ru-R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Батыргалеевич</a:t>
            </a: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Текст 9">
            <a:extLst>
              <a:ext uri="{FF2B5EF4-FFF2-40B4-BE49-F238E27FC236}">
                <a16:creationId xmlns:a16="http://schemas.microsoft.com/office/drawing/2014/main" id="{EF2BC084-E6DB-4DE7-B309-042A85EBA7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0586" y="390525"/>
            <a:ext cx="7824789" cy="2032215"/>
          </a:xfrm>
        </p:spPr>
        <p:txBody>
          <a:bodyPr rtlCol="0"/>
          <a:lstStyle/>
          <a:p>
            <a:pPr marL="0" indent="0" rtl="0">
              <a:lnSpc>
                <a:spcPct val="120000"/>
              </a:lnSpc>
              <a:buNone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исследования 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разработка и            описание методических особенностей       развития тактических навыков юных   футболистов 12-13 лет</a:t>
            </a:r>
          </a:p>
          <a:p>
            <a:pPr rtl="0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B77A0B-AFD4-B96B-552A-AEB02EC8D6E5}"/>
              </a:ext>
            </a:extLst>
          </p:cNvPr>
          <p:cNvSpPr txBox="1"/>
          <p:nvPr/>
        </p:nvSpPr>
        <p:spPr>
          <a:xfrm>
            <a:off x="890586" y="2904072"/>
            <a:ext cx="10768014" cy="35343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buClr>
                <a:srgbClr val="47C3D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Перед собой мы ставили следующие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задачи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buClr>
                <a:srgbClr val="47C3D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1. Проанализировать основные положения проведения учебно-тренировочного процесса футболистов.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buClr>
                <a:srgbClr val="47C3D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 Изучить возрастные особенности развития футболистов 12-13 лет.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600"/>
              </a:spcBef>
              <a:spcAft>
                <a:spcPts val="400"/>
              </a:spcAft>
              <a:buClr>
                <a:srgbClr val="47C3D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3. Составить список упражнений направленных на развитие тактических навыков у обучающихся.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FF03716-B1BA-060B-08CA-E05304D1F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2830" y="101708"/>
            <a:ext cx="2321032" cy="232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48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02FBDE8-204E-3850-8DE9-A11856A9944F}"/>
              </a:ext>
            </a:extLst>
          </p:cNvPr>
          <p:cNvSpPr txBox="1"/>
          <p:nvPr/>
        </p:nvSpPr>
        <p:spPr>
          <a:xfrm>
            <a:off x="704849" y="1323559"/>
            <a:ext cx="6181726" cy="48138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ru-RU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Силовая способность — это способность человека преодолевать внешнее сопротивление или противодействовать ему за счёт напряжения мышц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8C15AD4-DA54-9DC4-14CB-37AE79FA23B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47" r="12531" b="17303"/>
          <a:stretch/>
        </p:blipFill>
        <p:spPr>
          <a:xfrm>
            <a:off x="6986587" y="1022091"/>
            <a:ext cx="4672013" cy="481381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027943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AD4687C5-6FBF-2E8F-EF47-72C6B19AA14C}"/>
              </a:ext>
            </a:extLst>
          </p:cNvPr>
          <p:cNvSpPr txBox="1"/>
          <p:nvPr/>
        </p:nvSpPr>
        <p:spPr>
          <a:xfrm>
            <a:off x="533400" y="533400"/>
            <a:ext cx="1075372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Силовые способности характеризуются тем, что доминирующую роль в их проявлении играет активизация процессов мышечного напряжения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FEDD89-FC61-6AE1-8C26-C5D935594B8B}"/>
              </a:ext>
            </a:extLst>
          </p:cNvPr>
          <p:cNvSpPr txBox="1"/>
          <p:nvPr/>
        </p:nvSpPr>
        <p:spPr>
          <a:xfrm>
            <a:off x="533400" y="2464505"/>
            <a:ext cx="9839325" cy="368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Скоростно-силовая способность — это способность человека проявлять усилия максимальной мощности за минимальное время, сохраняя оптимальную амплитуду движений.</a:t>
            </a:r>
          </a:p>
          <a:p>
            <a:pPr>
              <a:lnSpc>
                <a:spcPct val="110000"/>
              </a:lnSpc>
            </a:pP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ru-RU" sz="2800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иловая выносливость</a:t>
            </a:r>
            <a:r>
              <a:rPr lang="ru-RU" sz="28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- </a:t>
            </a:r>
            <a:r>
              <a:rPr lang="ru-RU" sz="2800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способность противостоять утомлению, вызываемому относительно продолжительными мышечными напряжениями значительной величины</a:t>
            </a:r>
          </a:p>
          <a:p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82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0900" y="533400"/>
            <a:ext cx="2870200" cy="535531"/>
          </a:xfrm>
        </p:spPr>
        <p:txBody>
          <a:bodyPr rtlCol="0"/>
          <a:lstStyle/>
          <a:p>
            <a:pPr rtl="0"/>
            <a:r>
              <a:rPr lang="ru-RU" dirty="0"/>
              <a:t>КОМПЛЕКСЫ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B74126B4-1E6C-4FFF-9282-40E18A85A07F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250829" y="1362073"/>
            <a:ext cx="3884612" cy="4902994"/>
          </a:xfrm>
        </p:spPr>
        <p:txBody>
          <a:bodyPr rtlCol="0">
            <a:normAutofit lnSpcReduction="10000"/>
          </a:bodyPr>
          <a:lstStyle/>
          <a:p>
            <a:pPr rtl="0"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Комплекс 1: Силовая гимнастика</a:t>
            </a:r>
          </a:p>
          <a:p>
            <a:pPr algn="l" rtl="0"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Приседания с собственным весом </a:t>
            </a:r>
          </a:p>
          <a:p>
            <a:pPr algn="l" rtl="0"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Отжимания от пола </a:t>
            </a:r>
          </a:p>
          <a:p>
            <a:pPr algn="l" rtl="0"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Планка на локтях </a:t>
            </a:r>
          </a:p>
          <a:p>
            <a:pPr algn="l" rtl="0">
              <a:lnSpc>
                <a:spcPct val="150000"/>
              </a:lnSpc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Подтягивания на перекладине </a:t>
            </a:r>
          </a:p>
          <a:p>
            <a:pPr rtl="0"/>
            <a:endParaRPr lang="ru-RU" dirty="0"/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429AE8C5-BD92-7DD1-6230-23F2245050EE}"/>
              </a:ext>
            </a:extLst>
          </p:cNvPr>
          <p:cNvSpPr txBox="1">
            <a:spLocks/>
          </p:cNvSpPr>
          <p:nvPr/>
        </p:nvSpPr>
        <p:spPr>
          <a:xfrm>
            <a:off x="3899695" y="1335880"/>
            <a:ext cx="4235447" cy="49029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0215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Комплекс 2: Упражнения с отягощениями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Жим гантелей лежа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Гребля с гантелями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Выпады с гантелями </a:t>
            </a:r>
          </a:p>
          <a:p>
            <a:endParaRPr lang="ru-RU" dirty="0"/>
          </a:p>
        </p:txBody>
      </p:sp>
      <p:sp>
        <p:nvSpPr>
          <p:cNvPr id="14" name="Текст 6">
            <a:extLst>
              <a:ext uri="{FF2B5EF4-FFF2-40B4-BE49-F238E27FC236}">
                <a16:creationId xmlns:a16="http://schemas.microsoft.com/office/drawing/2014/main" id="{D823AB73-9C07-BB52-3EA9-FF84D39D1B77}"/>
              </a:ext>
            </a:extLst>
          </p:cNvPr>
          <p:cNvSpPr txBox="1">
            <a:spLocks/>
          </p:cNvSpPr>
          <p:nvPr/>
        </p:nvSpPr>
        <p:spPr>
          <a:xfrm>
            <a:off x="8056559" y="1362073"/>
            <a:ext cx="3884612" cy="4902994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0215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Комплекс 3: Круговая тренировка</a:t>
            </a:r>
          </a:p>
          <a:p>
            <a:pPr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Приседания с весом тела – 1 минута</a:t>
            </a:r>
          </a:p>
          <a:p>
            <a:pPr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Отжимания – 1 минута</a:t>
            </a:r>
          </a:p>
          <a:p>
            <a:pPr algn="l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Подъемы корпуса – 1 минута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</a:t>
            </a:r>
            <a:r>
              <a:rPr lang="ru-RU" sz="2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Берпи</a:t>
            </a: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– 1 минута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57D37-9C44-AB19-19E0-9DC0E5A83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Заголовок 3">
            <a:extLst>
              <a:ext uri="{FF2B5EF4-FFF2-40B4-BE49-F238E27FC236}">
                <a16:creationId xmlns:a16="http://schemas.microsoft.com/office/drawing/2014/main" id="{DA8FB3DD-914C-B0BF-41B9-F12E4DD171D9}"/>
              </a:ext>
            </a:extLst>
          </p:cNvPr>
          <p:cNvSpPr txBox="1">
            <a:spLocks/>
          </p:cNvSpPr>
          <p:nvPr/>
        </p:nvSpPr>
        <p:spPr>
          <a:xfrm>
            <a:off x="4660900" y="533400"/>
            <a:ext cx="28702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/>
              <a:t>КОМПЛЕКСЫ</a:t>
            </a:r>
          </a:p>
        </p:txBody>
      </p:sp>
      <p:sp>
        <p:nvSpPr>
          <p:cNvPr id="18" name="Текст 6">
            <a:extLst>
              <a:ext uri="{FF2B5EF4-FFF2-40B4-BE49-F238E27FC236}">
                <a16:creationId xmlns:a16="http://schemas.microsoft.com/office/drawing/2014/main" id="{532B998F-C71A-728A-8BC3-DD6C9483606B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250829" y="1247773"/>
            <a:ext cx="5707059" cy="4902994"/>
          </a:xfrm>
        </p:spPr>
        <p:txBody>
          <a:bodyPr rtlCol="0">
            <a:noAutofit/>
          </a:bodyPr>
          <a:lstStyle/>
          <a:p>
            <a:pPr indent="450215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Комплекс 4: Силовые тренировки на улице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Приседания с прыжком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Бег с высокими коленями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Отжимания с широкой постановкой рук </a:t>
            </a:r>
            <a:endParaRPr lang="ru-RU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4. Вытягивание ног в висе на турнике 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Текст 6">
            <a:extLst>
              <a:ext uri="{FF2B5EF4-FFF2-40B4-BE49-F238E27FC236}">
                <a16:creationId xmlns:a16="http://schemas.microsoft.com/office/drawing/2014/main" id="{E7D20CCF-8E8B-23FA-5F4D-32B4198156A4}"/>
              </a:ext>
            </a:extLst>
          </p:cNvPr>
          <p:cNvSpPr txBox="1">
            <a:spLocks/>
          </p:cNvSpPr>
          <p:nvPr/>
        </p:nvSpPr>
        <p:spPr>
          <a:xfrm>
            <a:off x="6234114" y="1247773"/>
            <a:ext cx="5707057" cy="490299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0215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Комплекс 5: Командные игры с силовыми элементами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1. Переноска тяжестей (мячи, мешки с песком) 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2. Мини-футбол с акцентом на скорость и силу</a:t>
            </a:r>
            <a:endParaRPr lang="ru-RU" sz="2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3. Выталкивание друг друга из круга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795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D88B10-8033-8486-B1C0-D145D6FD6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B859E1D-66FB-E160-75AA-97407E6E8F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88881" y="6113716"/>
            <a:ext cx="3031714" cy="421767"/>
          </a:xfrm>
        </p:spPr>
        <p:txBody>
          <a:bodyPr rtlCol="0">
            <a:noAutofit/>
          </a:bodyPr>
          <a:lstStyle/>
          <a:p>
            <a:pPr marL="0" indent="0" rtl="0">
              <a:buNone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Шадринск, 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9C62FB-4F78-CDD8-AFE2-DA928BB6FA0F}"/>
              </a:ext>
            </a:extLst>
          </p:cNvPr>
          <p:cNvSpPr txBox="1"/>
          <p:nvPr/>
        </p:nvSpPr>
        <p:spPr>
          <a:xfrm>
            <a:off x="3282554" y="779717"/>
            <a:ext cx="807600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силовых способностей у старшеклассников на уроках физической культуры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390C0C-C210-E29C-0526-BA02A755F8FA}"/>
              </a:ext>
            </a:extLst>
          </p:cNvPr>
          <p:cNvSpPr txBox="1"/>
          <p:nvPr/>
        </p:nvSpPr>
        <p:spPr>
          <a:xfrm>
            <a:off x="5768961" y="3429000"/>
            <a:ext cx="610790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Исполнитель:</a:t>
            </a:r>
          </a:p>
          <a:p>
            <a:pPr algn="r"/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152-с группы</a:t>
            </a:r>
          </a:p>
          <a:p>
            <a:pPr algn="r"/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Востряков Максим Николаевич</a:t>
            </a:r>
          </a:p>
          <a:p>
            <a:pPr algn="r"/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</a:t>
            </a:r>
          </a:p>
          <a:p>
            <a:pPr algn="r"/>
            <a:r>
              <a:rPr lang="ru-R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Жавкин</a:t>
            </a:r>
            <a:r>
              <a:rPr lang="ru-RU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Эдуард </a:t>
            </a:r>
            <a:r>
              <a:rPr lang="ru-RU" sz="2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Батыргалеевич</a:t>
            </a:r>
            <a:endParaRPr lang="ru-RU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804238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Тема Offic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0677666_TF66687569" id="{8088A86A-5DE3-4754-A836-2A3C30D038B3}" vid="{7A96DF9F-A41C-4EE8-8C3F-8182B482B139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EEA25CC0A0AC24199CDC46C25B8B0BC" ma:contentTypeVersion="10" ma:contentTypeDescription="Create a new document." ma:contentTypeScope="" ma:versionID="e3b47856d4cf355c0dacb39e1084d14f">
  <xsd:schema xmlns:xsd="http://www.w3.org/2001/XMLSchema" xmlns:xs="http://www.w3.org/2001/XMLSchema" xmlns:p="http://schemas.microsoft.com/office/2006/metadata/properties" xmlns:ns1="http://schemas.microsoft.com/sharepoint/v3" xmlns:ns2="6dc4bcd6-49db-4c07-9060-8acfc67cef9f" xmlns:ns3="fb0879af-3eba-417a-a55a-ffe6dcd6ca77" targetNamespace="http://schemas.microsoft.com/office/2006/metadata/properties" ma:root="true" ma:fieldsID="a845a615265fdb1f7b12cc65ac20ecbd" ns1:_="" ns2:_="" ns3:_="">
    <xsd:import namespace="http://schemas.microsoft.com/sharepoint/v3"/>
    <xsd:import namespace="6dc4bcd6-49db-4c07-9060-8acfc67cef9f"/>
    <xsd:import namespace="fb0879af-3eba-417a-a55a-ffe6dcd6ca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1:_ip_UnifiedCompliancePolicyProperties" minOccurs="0"/>
                <xsd:element ref="ns1:_ip_UnifiedCompliancePolicyUIAction" minOccurs="0"/>
                <xsd:element ref="ns2:MediaServiceAuto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5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6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c4bcd6-49db-4c07-9060-8acfc67cef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0879af-3eba-417a-a55a-ffe6dcd6ca7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3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4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992231-163D-4428-A2B8-DA1FE0274129}">
  <ds:schemaRefs>
    <ds:schemaRef ds:uri="http://schemas.microsoft.com/office/2006/metadata/properties"/>
    <ds:schemaRef ds:uri="http://purl.org/dc/dcmitype/"/>
    <ds:schemaRef ds:uri="http://schemas.microsoft.com/sharepoint/v3"/>
    <ds:schemaRef ds:uri="http://purl.org/dc/elements/1.1/"/>
    <ds:schemaRef ds:uri="http://schemas.openxmlformats.org/package/2006/metadata/core-properties"/>
    <ds:schemaRef ds:uri="6dc4bcd6-49db-4c07-9060-8acfc67cef9f"/>
    <ds:schemaRef ds:uri="http://schemas.microsoft.com/office/2006/documentManagement/types"/>
    <ds:schemaRef ds:uri="http://schemas.microsoft.com/office/infopath/2007/PartnerControls"/>
    <ds:schemaRef ds:uri="http://purl.org/dc/terms/"/>
    <ds:schemaRef ds:uri="fb0879af-3eba-417a-a55a-ffe6dcd6ca77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A95DE24-D6C3-4A00-9085-D9594C193AE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67ACAB-C3DC-429D-A23C-0723C084FEE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6dc4bcd6-49db-4c07-9060-8acfc67cef9f"/>
    <ds:schemaRef ds:uri="fb0879af-3eba-417a-a55a-ffe6dcd6ca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Современная презентация (синее оформление)</Template>
  <TotalTime>35</TotalTime>
  <Words>329</Words>
  <Application>Microsoft Office PowerPoint</Application>
  <PresentationFormat>Широкоэкранный</PresentationFormat>
  <Paragraphs>56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Times New Roman</vt:lpstr>
      <vt:lpstr>Trade Gothic LT Pro</vt:lpstr>
      <vt:lpstr>Trebuchet MS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КОМПЛЕКСЫ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Ignorant_Dreamer</dc:creator>
  <cp:lastModifiedBy>Ignorant_Dreamer</cp:lastModifiedBy>
  <cp:revision>3</cp:revision>
  <dcterms:created xsi:type="dcterms:W3CDTF">2025-06-12T00:27:29Z</dcterms:created>
  <dcterms:modified xsi:type="dcterms:W3CDTF">2025-06-12T01:11:04Z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0x010100DEEA25CC0A0AC24199CDC46C25B8B0BC</vt:lpwstr>
  </property>
</Properties>
</file>