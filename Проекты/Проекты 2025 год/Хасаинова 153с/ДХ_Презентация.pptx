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44" d="100"/>
          <a:sy n="44" d="100"/>
        </p:scale>
        <p:origin x="48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27477-3317-C10F-812A-D4707A759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1312" y="271462"/>
            <a:ext cx="6429376" cy="1771650"/>
          </a:xfrm>
        </p:spPr>
        <p:txBody>
          <a:bodyPr>
            <a:noAutofit/>
          </a:bodyPr>
          <a:lstStyle/>
          <a:p>
            <a:pPr algn="ctr"/>
            <a:r>
              <a:rPr lang="ru-RU" sz="5400" dirty="0"/>
              <a:t>История развития киберспорта в РФ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B46D90-1226-A38E-0CF7-FC813F28A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893" y="2628900"/>
            <a:ext cx="5081589" cy="4400550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</a:p>
          <a:p>
            <a:pPr algn="r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Хасаинова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Диана Максимовна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153-с группы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очная форма обучения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проекта:</a:t>
            </a:r>
          </a:p>
          <a:p>
            <a:pPr algn="r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канд.пед.наук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доцент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Постникова Наталья Ивановна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EF166-04B1-8F06-5F2F-7A30D6D7EDF8}"/>
              </a:ext>
            </a:extLst>
          </p:cNvPr>
          <p:cNvSpPr txBox="1"/>
          <p:nvPr/>
        </p:nvSpPr>
        <p:spPr>
          <a:xfrm>
            <a:off x="4908351" y="6124873"/>
            <a:ext cx="2375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2025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D00C89-2B3F-FD5F-13F2-37761561E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425" y="271462"/>
            <a:ext cx="1974057" cy="23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2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EC2691E-A71B-0CA9-2745-C06290A1D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688975"/>
            <a:ext cx="9905999" cy="548005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разработка и описание перспектив киберспорта в РФ.</a:t>
            </a:r>
          </a:p>
          <a:p>
            <a:pPr marL="0" indent="0" algn="just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собой мы ставили следующие </a:t>
            </a:r>
            <a:r>
              <a:rPr lang="ru-RU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Изучить научно-методическую литературу по исследуемой теме проекта</a:t>
            </a:r>
          </a:p>
          <a:p>
            <a:pPr marL="0" indent="0" algn="just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 Проанализировать особенности киберспорта в РФ.</a:t>
            </a:r>
          </a:p>
          <a:p>
            <a:pPr marL="0" indent="0" algn="just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  Провести опрос о актуальности киберспорта в РФ.</a:t>
            </a:r>
          </a:p>
          <a:p>
            <a:pPr marL="0" indent="0" algn="just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ru-RU" sz="3000">
                <a:latin typeface="Times New Roman" panose="02020603050405020304" pitchFamily="18" charset="0"/>
                <a:cs typeface="Times New Roman" panose="02020603050405020304" pitchFamily="18" charset="0"/>
              </a:rPr>
              <a:t>Ознакомить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целевую аудиторию с перспективами киберспорта.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57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E9AC13A-A5E9-327D-05DF-93F5F90EC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38" y="1545034"/>
            <a:ext cx="5135563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Киберспорт — это мощный и быстроразвивающийся сегмент развлечений, который охватывает огромное количество жанров и платформ</a:t>
            </a: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B873DE-4231-AAD1-B8A3-1A91306AC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66018"/>
            <a:ext cx="5509720" cy="44918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7971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A3729BF-F2DA-0C5E-285E-AF560D169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612" y="177800"/>
            <a:ext cx="10772775" cy="3541714"/>
          </a:xfrm>
        </p:spPr>
        <p:txBody>
          <a:bodyPr/>
          <a:lstStyle/>
          <a:p>
            <a:pPr marL="0" indent="0" algn="just"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Одним из важнейших шагов на пути возрождения киберспорта стал возврат официального статуса в 2016 году. После внесения поправок в законодательство Минспорт снова включил киберспорт в реестр официальных видов спорта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96B643-357E-7CD8-8AB9-61BA4BE64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020" y="2814638"/>
            <a:ext cx="7525959" cy="36798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3968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E613500-67D7-8DAD-ACAC-FCAC2F5E6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" y="0"/>
            <a:ext cx="15771389" cy="8872538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9FF16B3-D6B0-9497-E491-BBD2AC260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799"/>
            <a:ext cx="10831513" cy="3541714"/>
          </a:xfrm>
        </p:spPr>
        <p:txBody>
          <a:bodyPr>
            <a:normAutofit/>
          </a:bodyPr>
          <a:lstStyle/>
          <a:p>
            <a:pPr indent="0"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- Знаете ли Вы, что из себя представляет киберспорт?</a:t>
            </a:r>
          </a:p>
          <a:p>
            <a:pPr indent="0"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Как Вы относитесь к киберспорту?</a:t>
            </a:r>
            <a:endParaRPr lang="ru-RU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Хотели бы вы развиваться в сфере киберспорта?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40554-AC87-AB6D-DB30-6D3FABC21BF5}"/>
              </a:ext>
            </a:extLst>
          </p:cNvPr>
          <p:cNvSpPr txBox="1"/>
          <p:nvPr/>
        </p:nvSpPr>
        <p:spPr>
          <a:xfrm>
            <a:off x="1360487" y="367724"/>
            <a:ext cx="37218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вопросы 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4504532-F283-869B-9BB6-B60FAF123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378" y="3629026"/>
            <a:ext cx="4929642" cy="27040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5364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FAC3F-376F-8695-9EAE-09430500D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888" y="252410"/>
            <a:ext cx="3130550" cy="103028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38289B-201B-448D-CFF9-55589F1CB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963" y="971550"/>
            <a:ext cx="10529887" cy="53292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- 57% опрошенных отметили, что им знакомо понятие киберспорт, а 28% никогда не слышали о такой сфере деятельности.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- 34% людей положительно относятся к киберспорту, лишь 2% негативно отозвались о нём.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Каждый пятый респондент отметил, что хотел бы стать профессиональным киберспортсменом. В качестве основных причин отметили возможность заниматься любимым делом (49%), высокую заработную плату (30%), развлекательный характер профессии (27%) и возможность стать известным (21%).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- 70% хотели бы поучаствовать в киберспортивном турнире по шутеру, однако 22% предпочли бы посетить это мероприятие в качестве зрителя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3788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D97AB9-78AF-27A1-87F5-514D878B0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4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5875" y="595312"/>
            <a:ext cx="9763124" cy="5667375"/>
          </a:xfrm>
          <a:prstGeom prst="rect">
            <a:avLst/>
          </a:prstGeom>
          <a:effectLst>
            <a:innerShdw blurRad="63500" dist="50800" dir="13500000">
              <a:schemeClr val="bg1">
                <a:alpha val="50000"/>
              </a:schemeClr>
            </a:innerShdw>
            <a:reflection stA="0" endPos="65000" dist="50800" dir="5400000" sy="-100000" algn="bl" rotWithShape="0"/>
          </a:effec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A78C25E-331A-C26F-A078-076579E32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875" y="446087"/>
            <a:ext cx="9763125" cy="5965825"/>
          </a:xfrm>
        </p:spPr>
        <p:txBody>
          <a:bodyPr>
            <a:normAutofit/>
          </a:bodyPr>
          <a:lstStyle/>
          <a:p>
            <a:pPr indent="0" algn="ctr"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буклетах содержится следующая информация</a:t>
            </a:r>
          </a:p>
          <a:p>
            <a:pPr indent="0" algn="ctr">
              <a:spcAft>
                <a:spcPts val="800"/>
              </a:spcAft>
              <a:buNone/>
            </a:pPr>
            <a:endParaRPr lang="ru-RU" sz="3200" kern="100" dirty="0">
              <a:effectLst>
                <a:outerShdw blurRad="685800" dist="50800" dir="5400000" sx="1000" sy="1000" algn="ctr" rotWithShape="0">
                  <a:srgbClr val="000000"/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ctr"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Тенденции роста</a:t>
            </a:r>
            <a:endParaRPr lang="ru-RU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ctr"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Карьерные возможности</a:t>
            </a:r>
            <a:endParaRPr lang="ru-RU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ctr"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Спонсорство и инвестиции</a:t>
            </a:r>
            <a:endParaRPr lang="ru-RU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ctr"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Образование и тренинг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46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013B-4F69-F8DA-320D-1CF6546D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18F8E-33C4-8F56-4E71-1B4770A4C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1312" y="271462"/>
            <a:ext cx="6429376" cy="1771650"/>
          </a:xfrm>
        </p:spPr>
        <p:txBody>
          <a:bodyPr>
            <a:noAutofit/>
          </a:bodyPr>
          <a:lstStyle/>
          <a:p>
            <a:pPr algn="ctr"/>
            <a:r>
              <a:rPr lang="ru-RU" sz="5400" dirty="0"/>
              <a:t>История развития киберспорта в РФ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F113921-D76E-FE1E-39C6-01C63A383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893" y="2628900"/>
            <a:ext cx="5081589" cy="4400550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</a:p>
          <a:p>
            <a:pPr algn="r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Хасаинова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Диана Максимовна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153-с группы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очная форма обучения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проекта:</a:t>
            </a:r>
          </a:p>
          <a:p>
            <a:pPr algn="r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канд.пед.наук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доцент</a:t>
            </a:r>
          </a:p>
          <a:p>
            <a:pPr algn="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Постникова Наталья Ивановна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0F5BB-899A-ED9C-D60A-6F966F366A34}"/>
              </a:ext>
            </a:extLst>
          </p:cNvPr>
          <p:cNvSpPr txBox="1"/>
          <p:nvPr/>
        </p:nvSpPr>
        <p:spPr>
          <a:xfrm>
            <a:off x="4908351" y="6124873"/>
            <a:ext cx="2375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2025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691ADF-924F-83E3-CCED-09E52AB5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425" y="271462"/>
            <a:ext cx="1974057" cy="23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599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26</TotalTime>
  <Words>318</Words>
  <Application>Microsoft Office PowerPoint</Application>
  <PresentationFormat>Широкоэкранный</PresentationFormat>
  <Paragraphs>41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Tw Cen MT</vt:lpstr>
      <vt:lpstr>Контур</vt:lpstr>
      <vt:lpstr>История развития киберспорта в РФ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  <vt:lpstr>Презентация PowerPoint</vt:lpstr>
      <vt:lpstr>История развития киберспорта в РФ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Ignorant_Dreamer</dc:creator>
  <cp:lastModifiedBy>Ignorant_Dreamer</cp:lastModifiedBy>
  <cp:revision>8</cp:revision>
  <dcterms:created xsi:type="dcterms:W3CDTF">2025-06-13T00:37:30Z</dcterms:created>
  <dcterms:modified xsi:type="dcterms:W3CDTF">2025-06-13T01:04:40Z</dcterms:modified>
</cp:coreProperties>
</file>