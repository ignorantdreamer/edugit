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4" d="100"/>
          <a:sy n="94" d="100"/>
        </p:scale>
        <p:origin x="109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2AC3F6-ADE9-9B61-182B-B97E1335B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7E4816-F727-51B3-7822-F42F9CF0B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2F969D-A111-27B5-7FDE-9D288D710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C1D4-9219-4F10-8A3B-B907ABE436C2}" type="datetimeFigureOut">
              <a:rPr lang="ru-RU" smtClean="0"/>
              <a:t>20.06.2024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74CE8B-D45E-F08E-0C0E-D8D70767C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76ADB5-4FBD-7A6C-D838-CE759BA9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187D-B39B-4004-894A-B48D86029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84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4BCBC-823F-AC6C-999B-EDCB96E8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16A07B-A423-28FD-4A96-0CFA78359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9B34BB-305D-0886-A06B-2ACFE572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C1D4-9219-4F10-8A3B-B907ABE436C2}" type="datetimeFigureOut">
              <a:rPr lang="ru-RU" smtClean="0"/>
              <a:t>20.06.2024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E12C29-A300-A92A-6535-CBBD1F3EB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B10A2A-93BD-12FF-EA36-056BB0978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187D-B39B-4004-894A-B48D86029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31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12908-5ADF-95AE-3E9D-8E88B6A9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E5F17F-46F1-4D37-A7DA-F54871FB7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44F3F5-B57F-422E-484B-557AFA464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C1D4-9219-4F10-8A3B-B907ABE436C2}" type="datetimeFigureOut">
              <a:rPr lang="ru-RU" smtClean="0"/>
              <a:t>20.06.2024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257721-59DB-DEC7-A98C-CAE71421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A2DCFB-502C-57B2-A53B-F291FA75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187D-B39B-4004-894A-B48D86029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31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F75D34-9996-DCB2-FDFC-82CE32AFD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DB0914-5232-9DBC-64E8-0C55842B1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5197BD-0702-D5A0-79C5-6C03FE803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880933-0186-BED4-89D5-FBD93C57C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C1D4-9219-4F10-8A3B-B907ABE436C2}" type="datetimeFigureOut">
              <a:rPr lang="ru-RU" smtClean="0"/>
              <a:t>20.06.2024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80FE21-3D95-B12A-A6BC-A4F6E69C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CA8448-0503-E61E-AB97-304CE424E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187D-B39B-4004-894A-B48D86029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620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047AD-5B6C-8645-6755-3BE426827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DC029F-A720-7374-F349-5AC831C5A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A87290-69C1-3546-FF9A-DDBB1D65A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67D7CD3-B1A1-C669-1AD8-48DF885FB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BBBC10-FB13-5C3F-0DD4-53EB752A3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666D63-CA02-ED51-B4F3-C54F9ECD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C1D4-9219-4F10-8A3B-B907ABE436C2}" type="datetimeFigureOut">
              <a:rPr lang="ru-RU" smtClean="0"/>
              <a:t>20.06.2024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F585F54-B6D2-3E59-FAE8-8037E37CC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3936C79-693C-7302-964F-4FE70F931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187D-B39B-4004-894A-B48D86029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928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AB152-78FC-9BB5-CC3B-EA23AC233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43C397D-E9B9-4839-7767-11F5EFC15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C1D4-9219-4F10-8A3B-B907ABE436C2}" type="datetimeFigureOut">
              <a:rPr lang="ru-RU" smtClean="0"/>
              <a:t>20.06.2024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8212E93-7411-5128-2273-04C631DA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CD0B1D-A362-4347-77D2-275CCEE7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187D-B39B-4004-894A-B48D86029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63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5463DC-8975-EAD7-9FA2-4E635AC42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C1D4-9219-4F10-8A3B-B907ABE436C2}" type="datetimeFigureOut">
              <a:rPr lang="ru-RU" smtClean="0"/>
              <a:t>20.06.2024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0CDECF9-6E12-7D34-27A1-BF9F3ACDA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0BDB98-6BA0-5F4E-F821-A9D792CB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187D-B39B-4004-894A-B48D86029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19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B22BC3-7322-3BBE-E23F-8C140486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DC642F-8DB3-42D3-D298-2B7C5EE60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25F7C5-C4EE-8A30-3F3C-82365332F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76DD5-C12F-4924-D0F3-51AB8909F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C1D4-9219-4F10-8A3B-B907ABE436C2}" type="datetimeFigureOut">
              <a:rPr lang="ru-RU" smtClean="0"/>
              <a:t>20.06.2024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44E608-AD59-9B38-408A-8DA9E9EF8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835C89-81FE-72A2-BBA2-EECC9690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187D-B39B-4004-894A-B48D86029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44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19BD4-3ED9-295C-275C-3150BEB89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3EC1283-5A9A-11F5-E89F-F44A9F6F7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4842D1-5AEB-7F43-12B7-A753C2630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DCB6A5-7AB2-42C7-2689-A9B2A4AC6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C1D4-9219-4F10-8A3B-B907ABE436C2}" type="datetimeFigureOut">
              <a:rPr lang="ru-RU" smtClean="0"/>
              <a:t>20.06.2024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67989A-429C-BC0C-9BAC-685ACDF6A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B43152-22A0-5E86-4813-D6FE93F80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187D-B39B-4004-894A-B48D86029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66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78264-7995-1554-D45D-87337ECCD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777F9D-734A-3EF8-881B-3BEB1773B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E8AE2B-A851-C4A6-694F-01C5D488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C1D4-9219-4F10-8A3B-B907ABE436C2}" type="datetimeFigureOut">
              <a:rPr lang="ru-RU" smtClean="0"/>
              <a:t>20.06.2024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3A9F5E-5D87-1E35-9FE7-EC504F2D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C076B7-C4EF-28D6-B89B-7195C7C60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187D-B39B-4004-894A-B48D86029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833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07020E0-9FCF-0E42-C820-594987389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3043BE-6827-184B-D435-A92CEBCE5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3A3F56-D15F-CBBB-50F5-4A8C8351F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5C1D4-9219-4F10-8A3B-B907ABE436C2}" type="datetimeFigureOut">
              <a:rPr lang="ru-RU" smtClean="0"/>
              <a:t>20.06.2024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ED6449-5219-564B-A94F-CB0878A41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81F735-8DEA-7530-D5F8-EBEABA3E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187D-B39B-4004-894A-B48D86029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08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06463-497D-7CC4-ECD1-97D7AD734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8B338A-ED93-F584-FB2D-E24F23387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EED6ED-8D2A-9D99-AEC6-802AC8F81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5C1D4-9219-4F10-8A3B-B907ABE436C2}" type="datetimeFigureOut">
              <a:rPr lang="ru-RU" smtClean="0"/>
              <a:t>20.06.2024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6F5973-5B93-28BE-1A71-966413205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59C98A-5AE0-D092-2A7A-A886A0626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A187D-B39B-4004-894A-B48D860297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042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006992-CAD3-4367-046D-F27576608F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D85E53-B4AB-7432-293C-C5E13DDE0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53ABF2-6A0F-5161-48C0-5A8508D39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42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2629D-DBB1-DC1E-A1E7-06BCCB08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0F207AA-0848-37BF-BEA1-291E95903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05353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761F7-2636-ED83-1413-0C5089F6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C02B132-F0F9-511D-052F-F64AF24F41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237653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Ignorant_Dreamer</dc:creator>
  <cp:lastModifiedBy>Ignorant_Dreamer</cp:lastModifiedBy>
  <cp:revision>1</cp:revision>
  <dcterms:created xsi:type="dcterms:W3CDTF">2024-06-19T20:45:19Z</dcterms:created>
  <dcterms:modified xsi:type="dcterms:W3CDTF">2024-06-19T20:46:26Z</dcterms:modified>
</cp:coreProperties>
</file>