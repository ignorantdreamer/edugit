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0" r:id="rId7"/>
    <p:sldId id="258" r:id="rId8"/>
    <p:sldId id="269" r:id="rId9"/>
    <p:sldId id="268" r:id="rId10"/>
    <p:sldId id="270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C963BE-E818-41F7-9555-4F4B742E98AE}" type="datetime1">
              <a:rPr lang="ru-RU" smtClean="0"/>
              <a:t>12.06.2024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735222-6EEA-46CD-B936-E9E9D4B85411}" type="datetime1">
              <a:rPr lang="ru-RU" noProof="0" smtClean="0"/>
              <a:t>12.06.2024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578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186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83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70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Полилиния: фигура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6" name="Полилиния: фигура 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7" name="Прямоугольный треугольник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8" name="Прямоугольный треугольник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9" name="Прямоугольный треугольник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  <p:sp>
          <p:nvSpPr>
            <p:cNvPr id="9" name="Полилиния: Фигура 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0" name="Полилиния: Фигура 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1" name="Полилиния: Фигура 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Полилиния: Фигура 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4" name="Полилиния: Фигура 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рямоугольный треугольник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4" name="Полилиния: Фигура 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олилиния: Фигура 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Полилиния: Фигура 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sp>
        <p:nvSpPr>
          <p:cNvPr id="22" name="Номер слайда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Дополнительный 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Полилиния: Фигура 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8" name="Полилиния: Фигура 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29" name="Полилиния: Фигура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Полилиния: Фигура 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3" name="Полилиния: Фигура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sp>
        <p:nvSpPr>
          <p:cNvPr id="35" name="Номер слайда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цита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ru-RU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"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Цитата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3" name="Текст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6" name="Текст 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7" name="Объект 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8" name="Объект 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типа содержимого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1" name="Объект 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тегория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0" name="Рисунок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Рисунок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2" name="Рисунок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3" name="Рисунок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4" name="Рисунок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и раздел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я и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Полилиния: фигура 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1" name="Полилиния: фигура 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Полилиния: Фигура 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Полилиния: Фигура 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6" name="Полилиния: Фигура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0" name="Полилиния: Фигура 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1" name="Номер слайда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Прямоугольный треугольник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рямоугольный треугольник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9" name="Прямоугольный треугольник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2" name="Полилиния: Фигура 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 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7" name="Полилиния: Фигура 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>
                <a:latin typeface="+mj-lt"/>
              </a:rPr>
              <a:t>Образец заголовка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Полилиния: Фигура 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Полилиния: Фигура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Прямоугольник: Усеченный угол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17" name="Прямоугольник: Усеченный угол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8" name="Полилиния: Фигура 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1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3617" y="665019"/>
            <a:ext cx="7712548" cy="2235385"/>
          </a:xfrm>
        </p:spPr>
        <p:txBody>
          <a:bodyPr rtlCol="0"/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2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Организация подвижных игр на прогулках в дошкольной организации с детьми возраста 4-5 лет</a:t>
            </a:r>
            <a:br>
              <a:rPr lang="ru-RU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Индивидуальный проект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1491" y="3250553"/>
            <a:ext cx="5504873" cy="2512938"/>
          </a:xfrm>
        </p:spPr>
        <p:txBody>
          <a:bodyPr rtlCol="0"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Исполнитель: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 152-с группы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Овчарова Карина Алексеевна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Жавкин</a:t>
            </a:r>
            <a:r>
              <a:rPr lang="ru-RU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Эдуард </a:t>
            </a:r>
            <a:r>
              <a:rPr lang="ru-RU" sz="2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Батыргалеевич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230B91-9757-51AA-582C-10ABD5418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7965" y="138546"/>
            <a:ext cx="3339521" cy="2671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725C6A-2B64-C8E9-5A2F-EA4B31C77A9B}"/>
              </a:ext>
            </a:extLst>
          </p:cNvPr>
          <p:cNvSpPr txBox="1"/>
          <p:nvPr/>
        </p:nvSpPr>
        <p:spPr>
          <a:xfrm>
            <a:off x="4956464" y="6192981"/>
            <a:ext cx="22790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kern="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Шадринск, 2024 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922" y="678771"/>
            <a:ext cx="7781544" cy="1344121"/>
          </a:xfrm>
        </p:spPr>
        <p:txBody>
          <a:bodyPr rtlCol="0">
            <a:no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исследования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разработка и описание методических особенностей проведения подвижных игр на прогулках в дошкольной организации с детьми возраста 4-5 лет.</a:t>
            </a:r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656C58-92C1-03B5-6547-2D3D28F31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7965" y="138546"/>
            <a:ext cx="3339521" cy="26716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C169E3-7DE8-7E6A-B1C2-B45E9A3AEFA3}"/>
              </a:ext>
            </a:extLst>
          </p:cNvPr>
          <p:cNvSpPr txBox="1"/>
          <p:nvPr/>
        </p:nvSpPr>
        <p:spPr>
          <a:xfrm>
            <a:off x="350981" y="2796336"/>
            <a:ext cx="8285019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Изучить научно-методическую литературу по исследуемой    теме проекта.</a:t>
            </a:r>
            <a:b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Проанализировать особенности развития детей при применении подвижных игр на прогулках в дошкольной организации.</a:t>
            </a:r>
            <a:b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Рассмотреть разнообразие игр, проводимых на прогулках с детьми.</a:t>
            </a:r>
            <a:b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Составить список подвижных игр для дальнейшего его применения в дошкольных организациях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64B782-9738-BE9C-FF93-0B865B8E5A09}"/>
              </a:ext>
            </a:extLst>
          </p:cNvPr>
          <p:cNvSpPr txBox="1"/>
          <p:nvPr/>
        </p:nvSpPr>
        <p:spPr>
          <a:xfrm>
            <a:off x="2018146" y="2209559"/>
            <a:ext cx="6326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Перед собой мы ставили следующие</a:t>
            </a:r>
            <a:r>
              <a:rPr kumimoji="0" lang="ru-RU" sz="2000" b="1" i="1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задачи</a:t>
            </a:r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0" y="4485178"/>
            <a:ext cx="7564583" cy="1701936"/>
          </a:xfrm>
        </p:spPr>
        <p:txBody>
          <a:bodyPr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У детей резко изменяется ритм физического развития. В этот период отмечается ослабление некоторых звеньев мышечной системы и суставных связок. Следствием этого могут быть нарушения осанки, плоскостопие; искривление нижних конечностей и позвоночного столба</a:t>
            </a:r>
            <a:endParaRPr lang="ru-RU" sz="20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  <a:p>
            <a:pPr rtl="0"/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4C0EFA-5F51-2333-8DE3-1954EAB69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7965" y="138546"/>
            <a:ext cx="3339521" cy="26716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48A2CA-7D2F-8579-FD45-F5287B63675C}"/>
              </a:ext>
            </a:extLst>
          </p:cNvPr>
          <p:cNvSpPr txBox="1"/>
          <p:nvPr/>
        </p:nvSpPr>
        <p:spPr>
          <a:xfrm>
            <a:off x="2394527" y="598099"/>
            <a:ext cx="74029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Особенности физического воспитания детей дошкольного возраста: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E507D-0E6F-2EFF-D598-066C1DE4FAF4}"/>
              </a:ext>
            </a:extLst>
          </p:cNvPr>
          <p:cNvSpPr txBox="1"/>
          <p:nvPr/>
        </p:nvSpPr>
        <p:spPr>
          <a:xfrm>
            <a:off x="1836881" y="1694149"/>
            <a:ext cx="7778174" cy="96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kern="10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У детей дошкольного возраста отмечаются заметные преобразования в опорно-двигательном аппарате. Хотя процессы</a:t>
            </a: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6D447-3E7D-F55B-1359-CE6DDD45821E}"/>
              </a:ext>
            </a:extLst>
          </p:cNvPr>
          <p:cNvSpPr txBox="1"/>
          <p:nvPr/>
        </p:nvSpPr>
        <p:spPr>
          <a:xfrm>
            <a:off x="277090" y="2587864"/>
            <a:ext cx="8141854" cy="498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окостенения еще далеки от завершения, в хрящевой ткани эпифизов</a:t>
            </a:r>
            <a:endParaRPr lang="ru-RU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5BC462-CCB3-C5AE-E587-30C13034EE02}"/>
              </a:ext>
            </a:extLst>
          </p:cNvPr>
          <p:cNvSpPr txBox="1"/>
          <p:nvPr/>
        </p:nvSpPr>
        <p:spPr>
          <a:xfrm>
            <a:off x="277090" y="3051977"/>
            <a:ext cx="7462982" cy="96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трубчатых костей и позвоночного столба они уже достаточно интенсивны</a:t>
            </a:r>
            <a:endParaRPr lang="ru-RU" sz="20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77B3554-4CC1-C456-D264-7AF71EDE6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454" y="3306618"/>
            <a:ext cx="3925455" cy="288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90173" y="394087"/>
            <a:ext cx="9770918" cy="4093243"/>
          </a:xfrm>
        </p:spPr>
        <p:txBody>
          <a:bodyPr rtlCol="0"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Наибольший эффект физические упражнения оказывают во взаимодействии с оздоровительными силами природы и гигиеническими факторами. В дошкольных учреждениях занятия по физической культуре проводят   в    соответствии    с    программой.   К   основным    средствам</a:t>
            </a:r>
          </a:p>
          <a:p>
            <a:pPr marL="0" indent="0" rtl="0">
              <a:buNone/>
            </a:pP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7ED4CA-F497-3B22-7DD9-F7DBB330B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7965" y="138546"/>
            <a:ext cx="3339521" cy="2671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BF4DF5-2C8C-DCC5-8031-D5A0AFBAE227}"/>
              </a:ext>
            </a:extLst>
          </p:cNvPr>
          <p:cNvSpPr txBox="1"/>
          <p:nvPr/>
        </p:nvSpPr>
        <p:spPr>
          <a:xfrm>
            <a:off x="230909" y="2586442"/>
            <a:ext cx="11730182" cy="113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ru-RU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физических упражнений относят: основную гимнастику; сюжетно-ролевые подвижные игры; упрощенные формы спортивных упражнений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79296F5-799B-E948-0569-F23DDC4A1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99" y="3777672"/>
            <a:ext cx="3650410" cy="279861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E53C111-06F1-C845-D2FC-82A2F7F19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795" y="3777672"/>
            <a:ext cx="3650410" cy="279861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23526BB-0B14-33AE-67BF-B3542473E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891" y="3777672"/>
            <a:ext cx="3650409" cy="279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33" y="2722419"/>
            <a:ext cx="3686612" cy="3851564"/>
          </a:xfrm>
        </p:spPr>
        <p:txBody>
          <a:bodyPr rtlCol="0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Организация проведения подвижных игр состоит из:</a:t>
            </a:r>
            <a:b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Объяснения игры</a:t>
            </a:r>
            <a:b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Выделения водящих</a:t>
            </a:r>
            <a:b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Распределения по командам</a:t>
            </a:r>
            <a:b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Руководства процессом игры</a:t>
            </a:r>
            <a:b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Окончания игры</a:t>
            </a:r>
            <a:b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Подведения итогов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AD95FF-9800-73C4-E423-853690F79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7965" y="138546"/>
            <a:ext cx="3339521" cy="267161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3EA079-EB89-8459-265F-81F98686E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145" y="223549"/>
            <a:ext cx="8211128" cy="367504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E36B2A-386F-538F-FEFE-2F0C94783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145" y="4099069"/>
            <a:ext cx="3713020" cy="253538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019F22-FFE4-CA66-7BAB-721B6F720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545" y="4099069"/>
            <a:ext cx="4248728" cy="25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3E7E1B-D175-1057-6E99-694547DA0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7965" y="138546"/>
            <a:ext cx="3339521" cy="26716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C58A50-CE8A-675A-CD72-D3402485C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831" y="643950"/>
            <a:ext cx="3339521" cy="249869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73A199-BF76-A9AE-25EC-ADDACE42E45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905" r="14113"/>
          <a:stretch/>
        </p:blipFill>
        <p:spPr>
          <a:xfrm>
            <a:off x="2361648" y="643951"/>
            <a:ext cx="3339521" cy="24986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F40000-F413-BC95-E9AA-C26CFDD4163E}"/>
              </a:ext>
            </a:extLst>
          </p:cNvPr>
          <p:cNvSpPr txBox="1"/>
          <p:nvPr/>
        </p:nvSpPr>
        <p:spPr>
          <a:xfrm>
            <a:off x="2762189" y="125916"/>
            <a:ext cx="2694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Маленькие ножки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90C177-CD39-F061-FB3D-412447635EFD}"/>
              </a:ext>
            </a:extLst>
          </p:cNvPr>
          <p:cNvSpPr txBox="1"/>
          <p:nvPr/>
        </p:nvSpPr>
        <p:spPr>
          <a:xfrm>
            <a:off x="7603321" y="138546"/>
            <a:ext cx="1253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Зайки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E95761E-BA04-0191-F2D8-3369E20786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514" y="3870230"/>
            <a:ext cx="3339521" cy="24986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8F240C-1B8D-847D-F3BD-49D7158C8510}"/>
              </a:ext>
            </a:extLst>
          </p:cNvPr>
          <p:cNvSpPr txBox="1"/>
          <p:nvPr/>
        </p:nvSpPr>
        <p:spPr>
          <a:xfrm>
            <a:off x="9429812" y="3315250"/>
            <a:ext cx="11489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Пузырь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7A36BD6-DCB7-ECA3-7F5B-304D2DED4F5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3406"/>
          <a:stretch/>
        </p:blipFill>
        <p:spPr>
          <a:xfrm>
            <a:off x="4426239" y="3870229"/>
            <a:ext cx="3344543" cy="249869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ACE81A9-292D-A88B-764A-F473BD9AB6FF}"/>
              </a:ext>
            </a:extLst>
          </p:cNvPr>
          <p:cNvSpPr txBox="1"/>
          <p:nvPr/>
        </p:nvSpPr>
        <p:spPr>
          <a:xfrm>
            <a:off x="5379955" y="3308665"/>
            <a:ext cx="1432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Огуречик</a:t>
            </a:r>
            <a:endParaRPr lang="ru-RU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392A0A7-C113-21A1-E32D-DD227B8BBF8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897" r="9170"/>
          <a:stretch/>
        </p:blipFill>
        <p:spPr>
          <a:xfrm>
            <a:off x="517966" y="3870229"/>
            <a:ext cx="3339521" cy="24986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F4B0070-368D-0737-AA72-A0DFBD312475}"/>
              </a:ext>
            </a:extLst>
          </p:cNvPr>
          <p:cNvSpPr txBox="1"/>
          <p:nvPr/>
        </p:nvSpPr>
        <p:spPr>
          <a:xfrm>
            <a:off x="1402221" y="3306380"/>
            <a:ext cx="1918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Мышеловка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3617" y="1052946"/>
            <a:ext cx="7712548" cy="2235385"/>
          </a:xfrm>
        </p:spPr>
        <p:txBody>
          <a:bodyPr rtlCol="0"/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2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Организация подвижных игр на прогулках в дошкольной организации с детьми возраста 4-5 лет</a:t>
            </a:r>
            <a:br>
              <a:rPr lang="ru-RU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Индивидуальный проект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1" y="3841680"/>
            <a:ext cx="5052290" cy="2512938"/>
          </a:xfrm>
        </p:spPr>
        <p:txBody>
          <a:bodyPr rtlCol="0"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Исполнитель: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 152-с группы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Овчарова Карина Алексеевна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Жавкин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Эдуард </a:t>
            </a:r>
            <a:r>
              <a:rPr lang="ru-RU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Батыргалеевич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230B91-9757-51AA-582C-10ABD5418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7965" y="138546"/>
            <a:ext cx="3339521" cy="267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88702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Тема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666_TF66687569" id="{8088A86A-5DE3-4754-A836-2A3C30D038B3}" vid="{7A96DF9F-A41C-4EE8-8C3F-8182B482B13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992231-163D-4428-A2B8-DA1FE0274129}">
  <ds:schemaRefs>
    <ds:schemaRef ds:uri="http://schemas.microsoft.com/office/2006/metadata/properties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http://purl.org/dc/terms/"/>
    <ds:schemaRef ds:uri="fb0879af-3eba-417a-a55a-ffe6dcd6ca7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(синее оформление)</Template>
  <TotalTime>59</TotalTime>
  <Words>321</Words>
  <Application>Microsoft Office PowerPoint</Application>
  <PresentationFormat>Широкоэкранный</PresentationFormat>
  <Paragraphs>36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Trade Gothic LT Pro</vt:lpstr>
      <vt:lpstr>Trebuchet MS</vt:lpstr>
      <vt:lpstr>Тема Office</vt:lpstr>
      <vt:lpstr>Организация подвижных игр на прогулках в дошкольной организации с детьми возраста 4-5 лет Индивидуальный проект</vt:lpstr>
      <vt:lpstr>Цель исследования – разработка и описание методических особенностей проведения подвижных игр на прогулках в дошкольной организации с детьми возраста 4-5 лет.</vt:lpstr>
      <vt:lpstr>- У детей резко изменяется ритм физического развития. В этот период отмечается ослабление некоторых звеньев мышечной системы и суставных связок. Следствием этого могут быть нарушения осанки, плоскостопие; искривление нижних конечностей и позвоночного столба</vt:lpstr>
      <vt:lpstr>Презентация PowerPoint</vt:lpstr>
      <vt:lpstr>Организация проведения подвижных игр состоит из: - Объяснения игры - Выделения водящих - Распределения по командам - Руководства процессом игры - Окончания игры - Подведения итогов</vt:lpstr>
      <vt:lpstr>Презентация PowerPoint</vt:lpstr>
      <vt:lpstr>Организация подвижных игр на прогулках в дошкольной организации с детьми возраста 4-5 лет Индивидуальный проект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Ignorant_Dreamer</dc:creator>
  <cp:lastModifiedBy>Ignorant_Dreamer</cp:lastModifiedBy>
  <cp:revision>1</cp:revision>
  <dcterms:created xsi:type="dcterms:W3CDTF">2024-06-12T13:01:04Z</dcterms:created>
  <dcterms:modified xsi:type="dcterms:W3CDTF">2024-06-12T14:00:53Z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